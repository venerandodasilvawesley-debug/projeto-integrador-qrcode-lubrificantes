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8.6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RED-001-OLE-04,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RED-001-COR-01). Peças internas são ilustrativas e devem ser confirmadas numa desmontagem.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10:37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Ensaio feito no laboratório do SENAI com o auxílio do prof. João Vitor de Moura Barbosa. Óleo novo: Ipiranga Ipitur HLP ISO 68 (70,9 cSt a 40 °C na ficha; medido ≈ 66 cSt, dentro da faixa do VG 68).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de papel colada em cima do redutor, com fita crepe: custo zero no protótipo.</a:t>
            </a:r>
          </a:p>
        </p:txBody>
      </p:sp>
      <p:pic>
        <p:nvPicPr>
          <p:cNvPr id="14" name="QR RED-001" descr="qr-lubrificacao-RED-0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.vercel.app/l/RED-001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103120"/>
            <a:ext cx="4616138" cy="3611880"/>
          </a:xfrm>
          <a:prstGeom prst="rect">
            <a:avLst/>
          </a:prstGeom>
        </p:spPr>
      </p:pic>
      <p:pic>
        <p:nvPicPr>
          <p:cNvPr id="15" name="Vista em corte" descr="imag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2103120"/>
            <a:ext cx="359252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10:37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7:39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R$ 2.191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Ensaio de aprendizagem · viscosímetro Marte MVD-8 · prof. João Vitor de Moura Barbosa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medir de novo digita a viscosidade e a temperatura, e a ficha calcula a variação sozinha.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RED-001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