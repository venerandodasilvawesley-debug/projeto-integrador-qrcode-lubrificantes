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D6845F1-8151-4A8D-81DA-9DA0D09354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67556A5-6E38-474F-8A1D-B906CD4AB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84AA11-06AB-4CC1-B8F8-54C0D70AD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2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6D4447-73FA-4DBD-B495-19F93E2AB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0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43C9E6-38DF-491F-A880-3C2FC463F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18F287-6673-4863-B03D-F72E5E8B2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DDD1B4-761B-4EFB-AF59-1AE2E4711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9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AF707-5735-4A96-A3DB-42DA16D0319F}"/>
              </a:ext>
            </a:extLst>
          </p:cNvPr>
          <p:cNvSpPr txBox="1"/>
          <p:nvPr/>
        </p:nvSpPr>
        <p:spPr>
          <a:xfrm>
            <a:off x="804333" y="3208865"/>
            <a:ext cx="614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latin typeface="Impact" panose="020B0806030902050204" pitchFamily="34" charset="0"/>
              </a:rPr>
              <a:t>EXEMPLO DE TÍTULO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5D2848-79A1-4895-9DAC-1E7134041E8E}"/>
              </a:ext>
            </a:extLst>
          </p:cNvPr>
          <p:cNvSpPr txBox="1"/>
          <p:nvPr/>
        </p:nvSpPr>
        <p:spPr>
          <a:xfrm>
            <a:off x="897466" y="4231101"/>
            <a:ext cx="664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o texto aqui para subtítulos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5D8A-BAB8-4FD8-8736-2B99E006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83" y="208372"/>
            <a:ext cx="2188997" cy="6049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DEC55-59BE-4178-91D0-9819F7A2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48" y="1051245"/>
            <a:ext cx="2401466" cy="34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4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19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de Albuquerque Servian</dc:creator>
  <cp:lastModifiedBy>Renan da Silva Fernandes</cp:lastModifiedBy>
  <cp:revision>7</cp:revision>
  <dcterms:created xsi:type="dcterms:W3CDTF">2026-01-26T19:49:21Z</dcterms:created>
  <dcterms:modified xsi:type="dcterms:W3CDTF">2026-05-18T19:23:44Z</dcterms:modified>
</cp:coreProperties>
</file>